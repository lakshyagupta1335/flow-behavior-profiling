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385762" y="1769495"/>
            <a:ext cx="5943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30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Flow Behaviour Profiling</a:t>
            </a:r>
            <a:endParaRPr b="1" sz="4000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2423160"/>
            <a:ext cx="548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B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A9B5"/>
                </a:solidFill>
                <a:latin typeface="Calibri"/>
                <a:ea typeface="Calibri"/>
                <a:cs typeface="Calibri"/>
                <a:sym typeface="Calibri"/>
              </a:rPr>
              <a:t>Hybrid Model and UI Integration</a:t>
            </a:r>
            <a:endParaRPr b="0" i="0" sz="2000" u="none" cap="none" strike="noStrike">
              <a:solidFill>
                <a:srgbClr val="0D94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88036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Week 5 Progress Update</a:t>
            </a:r>
            <a:endParaRPr b="0" i="0" sz="14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92240" y="1005840"/>
            <a:ext cx="2469000" cy="2926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629400" y="1188720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Mentor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629400" y="1426464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Jayachandra 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629400" y="1847088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629400" y="2084832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Saikat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629400" y="2505456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College Mentor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629400" y="2743200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Priyanka Mitra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629400" y="3163824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Program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629400" y="3401568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HPE CPP3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274320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Hewlett Packard Enterprise  | 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62501" y="2286538"/>
            <a:ext cx="3858300" cy="27000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74327" y="690806"/>
            <a:ext cx="5310900" cy="732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65710" y="105175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Architectural Flow</a:t>
            </a:r>
            <a:endParaRPr b="0" i="0" sz="22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18501" y="4881363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5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4"/>
          <p:cNvPicPr preferRelativeResize="0"/>
          <p:nvPr/>
        </p:nvPicPr>
        <p:blipFill rotWithShape="1">
          <a:blip r:embed="rId3">
            <a:alphaModFix/>
          </a:blip>
          <a:srcRect b="18526" l="10244" r="10732" t="17779"/>
          <a:stretch/>
        </p:blipFill>
        <p:spPr>
          <a:xfrm>
            <a:off x="274327" y="887431"/>
            <a:ext cx="8585912" cy="389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274327" y="690806"/>
            <a:ext cx="5310900" cy="732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65710" y="105175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Heuristic Accuracy</a:t>
            </a:r>
            <a:endParaRPr b="0" i="0" sz="22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318501" y="4881363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5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7" y="837458"/>
            <a:ext cx="8793706" cy="4016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274327" y="690806"/>
            <a:ext cx="5310900" cy="732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365710" y="105175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UI Dashboard</a:t>
            </a:r>
            <a:endParaRPr b="0" i="0" sz="22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318501" y="4881363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5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011" y="966561"/>
            <a:ext cx="8462279" cy="3887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274327" y="690806"/>
            <a:ext cx="5310900" cy="732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365710" y="105175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UI Dashboard</a:t>
            </a:r>
            <a:endParaRPr b="0" i="0" sz="22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318501" y="4881363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5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501" y="907519"/>
            <a:ext cx="8695960" cy="394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274327" y="690806"/>
            <a:ext cx="5310900" cy="732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365710" y="105175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UI Dashboard</a:t>
            </a:r>
            <a:endParaRPr b="0" i="0" sz="22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318501" y="4881363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5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501" y="877939"/>
            <a:ext cx="8729814" cy="3976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274327" y="690806"/>
            <a:ext cx="5310900" cy="732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365710" y="105175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UI Dashboard – Individual Class Tabs</a:t>
            </a:r>
            <a:endParaRPr b="0" i="0" sz="22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318501" y="4881363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5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375" y="939119"/>
            <a:ext cx="8555935" cy="391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1E3A5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