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457200" y="2423160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Live Traffic Capture and Classification</a:t>
            </a:r>
            <a:endParaRPr b="0" i="0" sz="2000" u="none" cap="none" strike="noStrike">
              <a:solidFill>
                <a:srgbClr val="00A9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457200" y="288036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Week 6 Progress Update</a:t>
            </a:r>
            <a:endParaRPr b="0" i="0" sz="14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6492240" y="1005840"/>
            <a:ext cx="2469000" cy="29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629400" y="1188720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6629400" y="1426464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Jayachandra 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629400" y="1847088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6629400" y="2084832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Saikat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629400" y="2505456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College 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6629400" y="2743200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Priyanka Mitra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6629400" y="3163824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629400" y="3401568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HPE CPP3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85762" y="1769495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GB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Flow Behaviour Profiling</a:t>
            </a:r>
            <a:endParaRPr b="1" sz="40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462501" y="2286538"/>
            <a:ext cx="3858300" cy="270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57200" y="225618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Architectural Flow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800"/>
              <a:buFont typeface="Calibri"/>
              <a:buNone/>
            </a:pPr>
            <a:r>
              <a:t/>
            </a:r>
            <a:endParaRPr b="1" i="0" sz="38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57200" y="686700"/>
            <a:ext cx="8412300" cy="39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Flow_Diagram_cropped.png" id="84" name="Google Shape;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00" y="888487"/>
            <a:ext cx="8595297" cy="3752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57200" y="225618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UI Dashboard – Live Capture</a:t>
            </a:r>
            <a:endParaRPr b="1" i="0" sz="2200" u="none" cap="none" strike="noStrik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57200" y="686700"/>
            <a:ext cx="8412300" cy="39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6" title="WhatsApp Image 2026-04-13 at 1.41.45 PM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319" y="805953"/>
            <a:ext cx="8290752" cy="403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57200" y="225625"/>
            <a:ext cx="804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UI Dashboard – Live Capture of Suspicious Category</a:t>
            </a:r>
            <a:endParaRPr b="1" i="0" sz="2200" u="none" cap="none" strike="noStrike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57200" y="686700"/>
            <a:ext cx="8412300" cy="39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7" title="suspiceous.png"/>
          <p:cNvPicPr preferRelativeResize="0"/>
          <p:nvPr/>
        </p:nvPicPr>
        <p:blipFill rotWithShape="1">
          <a:blip r:embed="rId3">
            <a:alphaModFix/>
          </a:blip>
          <a:srcRect b="0" l="0" r="0" t="9560"/>
          <a:stretch/>
        </p:blipFill>
        <p:spPr>
          <a:xfrm>
            <a:off x="494800" y="889800"/>
            <a:ext cx="8374702" cy="388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